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9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274320"/>
            <a:ext cx="2743200" cy="27432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2011680" cy="2011680"/>
          </a:xfrm>
          <a:prstGeom prst="rect">
            <a:avLst/>
          </a:prstGeom>
          <a:solidFill>
            <a:srgbClr val="0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731520"/>
            <a:ext cx="1280160" cy="128016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914400"/>
            <a:ext cx="2560320" cy="256032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0515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KIRO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14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FF"/>
                </a:solidFill>
              </a:rPr>
              <a:t>AI-Assisted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0058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DATATHON ERICSSON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User Profile
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FF"/>
                </a:solidFill>
              </a:rPr>
              <a:t>Sviluppo guidato da AI con Amazon Kiro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AD"/>
                </a:solidFill>
              </a:rPr>
              <a:t>Academy Generative AI  ·  ELIS Innovation Hub  ·  Giugno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7955279" cy="100584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</a:rPr>
              <a:t>Use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</a:rPr>
              <a:t>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</a:rPr>
              <a:t>Test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</a:rPr>
              <a:t>Vuln. chiuse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D"/>
                </a:solidFill>
              </a:rPr>
              <a:t>Audit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Indice degli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98448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98448"/>
            <a:ext cx="73152" cy="82296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3533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D6"/>
                </a:solidFill>
              </a:rPr>
              <a:t>UC-S-003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70078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Rimozione endpoint createFirstUser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62456"/>
            <a:ext cx="1600200" cy="27432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89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98448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73152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3533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UC-B-001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70078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Fix @EnableJpaAuditing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362456"/>
            <a:ext cx="160020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38988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BUGFIX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249424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2249424"/>
            <a:ext cx="73152" cy="82296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3042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D6"/>
                </a:solidFill>
              </a:rPr>
              <a:t>UC-S-001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26517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JWT Secret → esternalizzazione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313432"/>
            <a:ext cx="1600200" cy="27432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340863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49424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249424"/>
            <a:ext cx="73152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30428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UC-B-002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6517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Fix @EnableAutoConfiguration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313432"/>
            <a:ext cx="160020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340863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BUGFIX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200400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200400"/>
            <a:ext cx="73152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25526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</a:rPr>
              <a:t>UC-B-004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" y="360273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Fix BCryptPasswordEncoder duplicati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264408"/>
            <a:ext cx="160020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3291839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BUGFIX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200400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200400"/>
            <a:ext cx="73152" cy="82296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325526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D6"/>
                </a:solidFill>
              </a:rPr>
              <a:t>UC-S-005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360273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XSS Stored in profiles.html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3264408"/>
            <a:ext cx="1600200" cy="27432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3291839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51376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4151376"/>
            <a:ext cx="73152" cy="82296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42062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D6"/>
                </a:solidFill>
              </a:rPr>
              <a:t>UC-S-002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" y="45537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Password esposta in log/API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4215384"/>
            <a:ext cx="1600200" cy="27432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4242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151376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4151376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18504" y="42062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UC-MCP-004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8504" y="45537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MCP Server database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4215384"/>
            <a:ext cx="1600200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4242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MCP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102352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2880" y="5102352"/>
            <a:ext cx="73152" cy="8229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51572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UC-F-003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" y="55046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Audit Log Service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5166360"/>
            <a:ext cx="1600200" cy="274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519379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FEATURE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5102352"/>
            <a:ext cx="5760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5102352"/>
            <a:ext cx="73152" cy="8229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18504" y="51572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UC-F-006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18504" y="550468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Dashboard Analytics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9840" y="5166360"/>
            <a:ext cx="1600200" cy="2743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95560" y="519379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FEATURE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Il Progetto — Contesto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INTRO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Il Datathon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Sfida pratica in team su una codebase Spring Boot reale, con supporto di AI generativa (Amazon Kiro CLI)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Obiettivo: correggere bug, chiudere vulnerabilità, aggiungere funzionalità, introdurre testing e DevOps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Il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User Profile Management System — autenticazione JWT, ruoli ADMIN/USER, UI Thymeleaf/Bootstrap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Java 17  ·  Spring Boot 3.3.5  ·  Spring Security 6  ·  H2 (dev) / PostgreSQL (Docker)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447287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83863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Approccio adottato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962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Metodologia spec-driven: ogni UC parte da analisi → requirements → design → tasks prima del codice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7880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Steering files (project.md + guardrails.md) per contestualizzare Kiro e guidarne il comportamento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Giornale di Bordo per tracciare decisioni, fix e lessons learned in tempo reale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Workflow con Kiro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384048"/>
            <a:ext cx="173736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0" y="411479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METODOLOGIA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3749039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3807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ANALISI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828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analysis.md — scheda UC, perimetro, dipendenze, scenari di rischio, valore strategico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749039" cy="41148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3807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828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requirements.md — User Story, RF, RNF, AC Given/When/Then, verifica statica, check sicurezza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749039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13807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18288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design.md — architettura, componenti nuovi, analisi impatto codice esistente, note tecniche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7033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3749039" cy="4114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75818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42062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tasks.md — task operativi con checkbox, casi di test concreti, verifica Docker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033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703320"/>
            <a:ext cx="3749039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75818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IMPLEMENTA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2062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Kiro scrive il codice seguendo le spec — backward compatible, no breaking changes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7033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703320"/>
            <a:ext cx="3749039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7" y="375818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 VERIFICA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7" y="420624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Build Maven + test automatizzati + verifica funzionale sull'applicazione Docker 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 Numeri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6576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C2F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Use Case
completati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657600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371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D48A"/>
                </a:solidFill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Test
automatizzati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188720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88720"/>
            <a:ext cx="3657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371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6B35"/>
                </a:solidFill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Vulnerabilità
corrette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39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749039"/>
            <a:ext cx="3657600" cy="73152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9319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6ED6"/>
                </a:solidFill>
              </a:rP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Audit entry
reali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749039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3749039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39319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Categorie
UC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749039"/>
            <a:ext cx="3657600" cy="2194560"/>
          </a:xfrm>
          <a:prstGeom prst="rect">
            <a:avLst/>
          </a:prstGeom>
          <a:solidFill>
            <a:srgbClr val="0D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3749039"/>
            <a:ext cx="365760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9319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D600"/>
                </a:solidFill>
              </a:rPr>
              <a:t>229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D"/>
                </a:solidFill>
              </a:rPr>
              <a:t>Audit log
totale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6ED6"/>
                </a:solidFill>
              </a:rPr>
              <a:t>4 vulnerabilità critiche chiuse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UC-S-003 — Rimozione endpoint createFirstUser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POST /api/auth/createFirstUser era pubblico (permitAll) — chiunque poteva creare l'admin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05740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9397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Soluzione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973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Rimosso endpoint · DataInitializer (CommandLineRunner): seed admin+ruoli solo se DB vuoto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78892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82549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Test  ·  4 casi JUnit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9125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Creazione su DB vuoto · Skip se esiste · Ruoli mancanti · Eccezione senza crash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20439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557015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22776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227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Kiro ha identificato autonomamente tutti i file da modificare (controller/service/interfaccia) senza guidance esplicita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261104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6110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Specificare nel design.md il pattern CommandLineRunner ha eliminato ambiguità implementative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UC-S-001 — JWT Secret hardcoded + Exploit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Vulnerabilità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JWT_SECRET come public static final String → token forgery con ruolo ADMIN accessibile a chiunque legga il repo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05740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9397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973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@Value("${app.jwt.secret}") con validazione min 64 char via @PostConstruct · secret in .env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JwtUtility convertita da record a class (risolve anche UC-B-006)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18103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54679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Exploit Demo generata automaticamente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20439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forge_token.py → genera token ADMIN con il vecchio secret · test_exploit.sh → verifica (200=vuln / 401=protetto)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4962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8620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251960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Richiedere esplicitamente la creazione di exploit demo ha prodotto output immediatamente usabile per la presentazione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590288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9028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Kiro ha risolto 2 UC con un solo fix (S-001 + B-006) quando il design collegava i problemi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UC-S-005 — Stored XSS + UC-S-002 — Password esposta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UC-S-005: Stored XSS in profiles.html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innerHTML con template literals non sanitizzati → payload XSS nel nome = script per tutti i visitatori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Fix: @NoXss custom validator (server-side) + escapeHtml() in JS (client-side) — defense in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20 test parametrizzati: 7 XSS rifiutati · 12 nomi internazionali accettati (О'Brien, 田中, Дмитрий…)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15768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52344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UC-S-002: Password esposta in log/API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6 vettori: toString() dei DTO → log · @JsonProperty mancante → JSON API · EggUpInfo @OneToOne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7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Fix: toString() con [PROTECTED] · @JsonProperty(access=WRITE_ONLY) su password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76472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1304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78808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7880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Definire 'defense-in-depth' nei requirements ha portato Kiro a proporre sia fix server-side che client-side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51713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51713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L'analisi statica richiesta nel requirements.md ha fatto emergere 6 vettori invece dei 2 evidenti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BUGFIX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D48A"/>
                </a:solidFill>
              </a:rPr>
              <a:t>3 bug strutturali corretti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UC-B-001, UC-B-002, UC-B-004 — Bug strutturali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BUGFIX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UC-B-001: @EnableJpaAuditing mancante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7 entità estendevano DateAudit ma nessuna @Configuration dichiarava @EnableJpaAuditing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Risultato: created_at e updated_at sempre NULL nel DB · Fix: JpaAuditingConfig.java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UC-B-002: @EnableAutoConfiguration su Entity JPA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@EnableAutoConfiguration su RefreshToken e Role — annotazione di bootstrap impropria su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Fix: rimossa annotazione · Test via reflection su tutto il package model.entity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447287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83863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UC-B-004: BCryptPasswordEncoder duplicati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4962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AuthServiceImpl e CustomAuthenticationManager istanziavano new BCryptPasswordEncoder() localmente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7880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Fix: injection via costruttore del bean definito in SecurityConfig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507992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445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910328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1032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Test via reflection (senza Spring context) sono stati proposti da Kiro per verificare vincoli strutturali — approccio elegante e veloce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24865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4865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Kiro ha individuato l'inconsistenza BCrypt leggendo SecurityConfig prima di scrivere il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MCP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6B35"/>
                </a:solidFill>
              </a:rPr>
              <a:t>Model Context Protocol — UC-MCP-004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UC-MCP-004 — MCP Server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MCP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Architettura Python (FastMCP · stdio)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db/connection.py: factory H2/PostgreSQL da env vars · db/sanitizer.py: solo SELECT + field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tools/: list_tables · query_database con audit log · index.py: entry point FastMCP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Governance &amp; Sicurezza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DDL/DML bloccati · credenziali solo da env · password mascherata [REDACTED] · audit.log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18103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154679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21 test (14 unit + 7 integrazione PostgreSQL Docker)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20439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557015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⚠ Limitazione riscontrata: profilo MCPUserOn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227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Il profilo aziendale MCPUserOn impedisce MCP server custom — configurato ma non caricabile come tool nativo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5196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Workaround: invocazione diretta del modulo Python via shell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58114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177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983480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8348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I profili di governance MCP (MCPOff/MCPUserOn/MCPDevOn) sono configurati a livello organizzativo — verificare prima di progettare un UC 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321808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2180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Il server MCP può essere testato direttamente come modulo Python anche senza client MCP attivo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C2FF"/>
                </a:solidFill>
              </a:rPr>
              <a:t>Nuove funzionalità — UC-F-003 + UC-F-006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UC-F-003 — Audit Log Service (AOP)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Pattern AOP — trasparente rispetto alla logica di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@AuditAction(action='USER_LOGIN') sui metodi service → AuditAspect (@Around) intercetta automaticamente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Estrae email da SecurityContext o dall'argomento del metodo via reflection (fallback per login)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IP reale con supporto X-Forwarded-For per ambienti proxy/Docker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1576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Salvataggio fire-and-forget: eccezioni nel log NON bloccano mai il flusso principale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044951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081527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API REST GET /api/audit — solo ADMIN · paginazione · filtri email/action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447287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83863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10 test JUnit · BUILD SUCCESS 46/46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4962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8620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251960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L'aspect intercetta i metodi service ma il SecurityContext non è ancora popolato durante login() — occorre il fallback via reflection sull'argomento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590288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9028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Chiedere a Kiro di aggiungere 'scenari di rischio' in analysis.md ha anticipato questo problema prima del codice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UC-F-006 — Dashboard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Componenti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5 widget statistici · 3 grafici Chart.js (barre/torta/linea) · top 5 utenti · banner brute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Tabella audit scrollabile con filtro JS DOM-only · badge sessioni attive · API REST /api/dashboard/stats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Fix tecnici emersi durante l'implementazione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WebJar Chart.js 4.4.1 non disponibile su Nexus aziendale → file statico locale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FUNCTION('hour', ...) non compatibile con PostgreSQL → EXTRACT(HOUR FROM 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7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Script th:inline='javascript' fuori da layout:fragment → scartato da Thymeleaf Layout Dialect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defer su Chart.js → init grafici avveniva prima del caricamento libreria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05656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14223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54 test · BUILD 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507992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445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💡 Kiro Insight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910328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1032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Thymeleaf Layout Dialect scarta tutto il contenuto fuori da layout:fragment — includere SEMPRE script JS dentro il fragment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24865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4865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Le query JPQL con FUNCTION() non sono portabili tra H2 e PostgreSQL — usare EXTRACT/DATE_TRUNC nativi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COSA HO IMPARATO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D600"/>
                </a:solidFill>
              </a:rPr>
              <a:t>Competenze acquisite durante il Datathon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Competenze tecniche — Security &amp;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COMPETENZE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Spring Security: teoria vs pratica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Ho capito davvero la differenza tra autenticazione e autorizzazione lavorando sui token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La doppia protezione (SecurityConfig + @PreAuthorize) non è ridondante: proteggono layer diversi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Un JWT secret hardcoded è una backdoor — qualsiasi commit pubblico espone l'intera autenticazione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15768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52344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Vulnerabilità reali su codice reale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XSS non è solo teoria: ho visto come un campo nome può eseguire JavaScript per tutti gli utenti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7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Le password nei log non sono ovvie: toString() automatico di Lombok le espone senza che te ne accorga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Defense-in-depth: un solo punto di validazione non basta — server-side E client-side insieme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05656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14223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AOP: separazione trasversale delle responsabilità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Ho imparato a intercettare comportamenti trasversali (audit, logging) senza toccare il codice di business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3717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371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Un @Aspect che smette di funzionare non deve mai bloccare l'operazione principale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Competenze tecniche — Testing &amp; Architettura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COMPETENZE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JUnit 5 e Mockito in profondità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Ho imparato a isolare i layer con mock: testare il service senza DB, il controller senza Spring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@WebMvcTest carica solo il layer web — SecurityConfig e altri bean vanno mockat esplicitamente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Test via reflection: verificare vincoli strutturali (es. 'nessuna entity ha @EnableAutoConfiguration') senza avviare Spring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15768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52344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Differenze tra ambienti di test e produzione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H2 accetta FUNCTION('hour'…), PostgreSQL no — le query JPQL non sono sempre portabili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7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 WebJar disponibili in Maven Central non sono detti disponibili nel Nexus aziendale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Thymeleaf Layout Dialect scarta tutto ciò che è fuori da layout:fragment — un errore silenzioso e subdolo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05656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14223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Docker come ambiente di verifica definitivo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 test Maven passano ma l'app non funziona su Docker: ho imparato a non fidarmi solo della build locale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3717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371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La verifica sull'applicazione target non è un'opzione — è parte integrante dello sviluppo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Soft skills — Metodo e Collaborazione con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COMPETENZE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Lavorare con un assistente AI richiede un metodo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Scrivere una buona spec è più utile di scrivere buon codice: l'AI amplifica la qualità dell'input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Ho imparato a scomporre un problema in analisi → requisiti → design → task prima di implementare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Definire i criteri di accettazione in anticipo chiarisce cosa si vuole davvero — anche per me stesso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15768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52344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Documentare mentre si lavora, non dopo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Il Giornale di Bordo mi ha costretto a riflettere su ogni decisione nel momento in cui la prendevo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7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Tracciare i fix e le decisioni ha reso il codice spiegabile anche a distanza di giorni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776472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1304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Limiti dell'AI e responsabilità dello sviluppatore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7880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L'AI non conosce il contesto aziendale (Nexus, profili MCP, governance) — quello lo porto 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0799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L'AI propone, lo sviluppatore decide: ho imparato a valutare criticamente le soluzioni proposte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37176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8371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Il valore non è nel codice generato — è nel ragionamento che lo precede e nella verifica che lo segue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0" i="0">
                <a:solidFill>
                  <a:srgbClr val="1E3550"/>
                </a:solidFill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LA DIRECTORY .kiro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C3AED"/>
                </a:solidFill>
              </a:rPr>
              <a:t>Standard, significato e best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 file .kiro — Struttura e scopo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.kiro/steering/*.md  — Istruzioni persistenti all'agente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Caricate automaticamente ad ogni sessione dal default agent · Scope: workspace (progetto) o globale (~/.kiro/steering/)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project.md: tech stack, convenzioni, struttura, endpoint · guardrails.md: regole operative, operazioni rischiose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8658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Attenzione: ogni file di steering consuma context window ad ogni turno — tenerli concisi e focalizzati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724912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2491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Best practice: un file per argomento (coding-standards, guardrails, project-context) — mai un unico mega-file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06324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09981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.kiro/specs/&lt;UC&gt;/*.md  — Specifiche per 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6557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Non caricate automaticamente: sono documentazione di progetto, non istruzioni all'agente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9476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Ordine: analysis.md → requirements.md → design.md → tasks.md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2394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Da committare nel repo: rappresentano le decisioni di progetto condivise con il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453128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89704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.kiro/agents/*.json  — Configurazione agent personalizzati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55464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Scope locale (.kiro/agents/) o globale (~/.kiro/agents/) · locale ha precedenza su globale con stesso nome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184648"/>
            <a:ext cx="64008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8464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Agent locali non vengono caricati automaticamente da kiro agent list — occorre symlink in ~/.kiro/agents/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91440" cy="5715000"/>
          </a:xfrm>
          <a:prstGeom prst="rect">
            <a:avLst/>
          </a:prstGeom>
          <a:solidFill>
            <a:srgbClr val="006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 file .kiro — Raccomandazioni pratiche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384048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114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.kiro/mcp.json e .kiro/settings/mcp.json  — Server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28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Configurazione server MCP per la sessione · in ambienti enterprise con MCPUserOn: solo registry aziendale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Verificare il profilo MCP attivo prima di configurare server custom — potrebbe essere ignorato a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86584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2316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Inclusion modes per steering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always (default): caricato ogni turno · fileMatch: solo su file corrispondenti · manual: solo via /context add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18103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18103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Usare inclusion: fileMatch per regole specifiche a un linguaggio — evita di caricare tutto sempre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456432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9300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Cosa mettere nello steering vs cosa nelle specs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58768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Steering = regole comportamentali permanenti (come lavorare) · Specs = decisioni di progetto (cosa fare)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8795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Le specs NON vengono lette automaticamente: vanno indicate esplicitamente o richiamate nella conversazione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517136"/>
            <a:ext cx="11704320" cy="347472"/>
          </a:xfrm>
          <a:prstGeom prst="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55371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Custom agent: quando crearlo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1947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Creare un agent custom quando si vuole isolare un contesto (es. solo DB, solo security review)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4865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4A"/>
                </a:solidFill>
              </a:rPr>
              <a:t>▸  Aggiungere le steering files nelle resources dell'agent: "file://.kiro/steering/**/*.md"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577840"/>
            <a:ext cx="64008" cy="2926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44"/>
                </a:solidFill>
              </a:rPr>
              <a:t>Usare allowedTools per limitare i tool disponibili e ridurre i rischi in contesti specifici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2011680"/>
            <a:ext cx="11987784" cy="3017520"/>
          </a:xfrm>
          <a:prstGeom prst="rect">
            <a:avLst/>
          </a:prstGeom>
          <a:solidFill>
            <a:srgbClr val="09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Grazie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20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C2FF"/>
                </a:solidFill>
              </a:rPr>
              <a:t>Domande &amp; Approfondimenti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99CC"/>
                </a:solidFill>
              </a:rPr>
              <a:t>github.com/MarcoIppo/datathon-ericsson-2026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AD"/>
                </a:solidFill>
              </a:rPr>
              <a:t>10 UC  ·  54 test  ·  BUILD SUCCESS  ·  Datathon Ericsson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D"/>
                </a:solidFill>
              </a:rPr>
              <a:t>Datathon Ericsson 2026  ·  Academy GenAI  ·  ELIS Innovation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